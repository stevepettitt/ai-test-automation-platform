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complete AI-powered test automation platform built in a single session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1-3 fully built. Step 4 configured. Step 5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iterations: IPv6 issue, threading issue, SPA detection, URL polling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uploaded Test_Plan.txt; Claude produced functions.md and tests.md in ~15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Cowork skills. build-automation orchestrates the others and skips already-complete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~500 lines of TypeScript across 7 files, generated in ~20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Bug: h2.sweet-alert means an h2 WITH the class, but h2 is a child of the div with that class. Scraper HTML revealed the real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estimates vs a mid-level developer with no AI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tests fully independent - each registers a fresh random username.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run-tests skill for results summary, GitHub Actions for automated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5852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Test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Platform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32461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Running Tests - Built with Claude AI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8404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51760" y="38404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265176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38404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38404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Gen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5-Step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AI-assisted workflow from browser capture to running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187452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2514600"/>
            <a:ext cx="1591056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5877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64261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3192" y="31272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34381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Chrome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41330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68880" y="1417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474720" y="187452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30552" y="2514600"/>
            <a:ext cx="1591056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33472" y="25877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2642616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30552" y="31272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130552" y="34381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specs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377440" y="41330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237744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206240" y="1417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1"/>
          <p:cNvSpPr/>
          <p:nvPr/>
        </p:nvSpPr>
        <p:spPr>
          <a:xfrm>
            <a:off x="42062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5212080" y="187452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867912" y="2514600"/>
            <a:ext cx="1591056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370832" y="25877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642616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67912" y="31272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3867912" y="34381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+ Framework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114800" y="41330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411480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943600" y="1417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0"/>
          <p:cNvSpPr/>
          <p:nvPr/>
        </p:nvSpPr>
        <p:spPr>
          <a:xfrm>
            <a:off x="59436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Shape 31"/>
          <p:cNvSpPr/>
          <p:nvPr/>
        </p:nvSpPr>
        <p:spPr>
          <a:xfrm>
            <a:off x="6949440" y="187452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605272" y="2514600"/>
            <a:ext cx="1591056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108192" y="25877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642616"/>
            <a:ext cx="347472" cy="34747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605272" y="31272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5605272" y="34381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results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852160" y="41330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43" name="Text 37"/>
          <p:cNvSpPr/>
          <p:nvPr/>
        </p:nvSpPr>
        <p:spPr>
          <a:xfrm>
            <a:off x="585216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680960" y="1417320"/>
            <a:ext cx="914400" cy="9144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5" name="Text 39"/>
          <p:cNvSpPr/>
          <p:nvPr/>
        </p:nvSpPr>
        <p:spPr>
          <a:xfrm>
            <a:off x="7680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Shape 40"/>
          <p:cNvSpPr/>
          <p:nvPr/>
        </p:nvSpPr>
        <p:spPr>
          <a:xfrm>
            <a:off x="7342632" y="2514600"/>
            <a:ext cx="1591056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7845552" y="2587752"/>
            <a:ext cx="475488" cy="475488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2642616"/>
            <a:ext cx="347472" cy="34747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342632" y="31272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7342632" y="34381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7589520" y="41330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</p:sp>
      <p:sp>
        <p:nvSpPr>
          <p:cNvPr id="52" name="Text 45"/>
          <p:cNvSpPr/>
          <p:nvPr/>
        </p:nvSpPr>
        <p:spPr>
          <a:xfrm>
            <a:off x="758952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Scraper Tool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Auto-captures HTML every 0.5s on URL change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hotkey for manual page snapshots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login state via persistent Chrome profile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timestamped .html files per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there (4 iterations)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837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6048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subprocess - IPv6/IPv4 mismatch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441448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24963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6048" y="2715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Playwright - thread conflict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099816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33741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Playwright + asyncio.Queue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758184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3813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4032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polling for SPA detection (working)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conversation  |  3-4 developer days saved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45902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async_playwright  |  asyncio.Queue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91640" y="14813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5361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reusable functions with selectors,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return types and config constants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303580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navigateToHome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23160" y="303580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/ login / logout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330098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 / isLoggedOut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23160" y="330098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clickFirstProduct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35661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addToCart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423160" y="35661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navigateToCart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38313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getCartProductNames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23160" y="38313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deleteFirstCartItem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40965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placeOrder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1389888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14813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1536192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54880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tests.md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892040" y="2450592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956048" y="25146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0" y="248716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username visible, then login link returns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892040" y="32004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956048" y="32644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0" y="323697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to cart, then Delete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cart empties correctly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92040" y="3950208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956048" y="4014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00" y="398678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then Purchase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order confirmation message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57200" y="4645152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" y="4645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 |  1-2 days saved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200400" y="4663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Test_Plan.txt  -&gt;  Output: functions.md + tests.md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Cowork Skills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 step is packaged as a shareable AI skill - colleagues can install and reuse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define-framework.skill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21408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functions.md and tests.md from scraped HTML and test plans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27832" y="1664208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build-pom.skill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TypeScript Page Object classes from your design spec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664208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7064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build-framework.skill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99632" y="2121408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functions.ts helper library from functions.md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01368" y="3090672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38528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build-tests.skill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11096" y="3547872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Playwright .spec.ts test files from tests.md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090672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build-automation.skill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547872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runs all steps in order, skips already-complete 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462272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Skills/ folder  |  Shareable as .skill files  |  Install via Settings -&gt;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Code Generation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3493008"/>
          </a:xfrm>
          <a:prstGeom prst="roundRect">
            <a:avLst>
              <a:gd name="adj" fmla="val 4068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6192" y="14264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14813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208483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423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(POM)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834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HomePage.ts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ProductPage.ts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CartPage.ts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363931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for every interactive element - modals, nav links, cart rows, order form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55848" y="1325880"/>
            <a:ext cx="2697480" cy="3493008"/>
          </a:xfrm>
          <a:prstGeom prst="roundRect">
            <a:avLst>
              <a:gd name="adj" fmla="val 4068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14264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481328"/>
            <a:ext cx="438912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995928" y="208483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9" name="Text 15"/>
          <p:cNvSpPr/>
          <p:nvPr/>
        </p:nvSpPr>
        <p:spPr>
          <a:xfrm>
            <a:off x="3995928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functions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55848" y="2423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93008" y="2834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functions.ts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465576" y="30906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exported async helpers + config constants. No raw Playwright in test specs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54496" y="1325880"/>
            <a:ext cx="2697480" cy="3493008"/>
          </a:xfrm>
          <a:prstGeom prst="roundRect">
            <a:avLst>
              <a:gd name="adj" fmla="val 4068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33488" y="14264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481328"/>
            <a:ext cx="438912" cy="43891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894576" y="208483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6894576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54496" y="2423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391656" y="2834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tc1.spec.ts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91656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tc2.spec.ts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91656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tc3.spec.ts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364224" y="363931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Arrange/Action/Assert pattern. Each test registers a fresh random username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4279392"/>
            <a:ext cx="3200400" cy="301752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/>
        </p:spPr>
      </p:sp>
      <p:sp>
        <p:nvSpPr>
          <p:cNvPr id="34" name="Text 29"/>
          <p:cNvSpPr/>
          <p:nvPr/>
        </p:nvSpPr>
        <p:spPr>
          <a:xfrm>
            <a:off x="457200" y="42793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 |  3-5 days of dev work generated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57200" y="4645152"/>
            <a:ext cx="8229600" cy="301752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/>
        </p:spPr>
      </p:sp>
      <p:sp>
        <p:nvSpPr>
          <p:cNvPr id="36" name="Text 31"/>
          <p:cNvSpPr/>
          <p:nvPr/>
        </p:nvSpPr>
        <p:spPr>
          <a:xfrm>
            <a:off x="457200" y="464515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generated in Python - rebuilt in TypeScript in ~10 minutes when requirements changed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TC3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confirmation modal was not being dismissed - test was hanging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1C1C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264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(broken)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h2 does NOT have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0939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'sweet-alert', div does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624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heading =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8895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page.locator('h2.sweet-alert');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198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selector never matches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685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Modal stays open, test times out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70832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1335024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0D2B1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4264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(fixed)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div has the class;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075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h2 is a child inside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322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569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sweetAlert = page.locator(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'div.sweet-alert.visible');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063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heading = page.locator(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310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'div.sweet-alert h2');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5570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page.locator(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803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'div.sweet-alert button.confirm'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4050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).click();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297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sweetAlert.waitFor({ state: 'hidden' });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27448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13233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27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 by reading the scraped HTML snapshot - the real DOM structure was immediately clear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Saved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single session with Claude delivered vs. traditional development effort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16736"/>
            <a:ext cx="84124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16736"/>
            <a:ext cx="1737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316736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1316736"/>
            <a:ext cx="1097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316736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1316736"/>
            <a:ext cx="1417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374904"/>
          </a:xfrm>
          <a:prstGeom prst="rect">
            <a:avLst/>
          </a:prstGeom>
          <a:solidFill>
            <a:srgbClr val="F0F9F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00784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Scraper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700784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HTML capture tool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700784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700784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700784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075688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75688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075688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functions.md + tests.md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075688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075688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075688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days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450592"/>
            <a:ext cx="8412480" cy="374904"/>
          </a:xfrm>
          <a:prstGeom prst="rect">
            <a:avLst/>
          </a:prstGeom>
          <a:solidFill>
            <a:srgbClr val="F0F9F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50592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 - Skills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2450592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reusable Cowork skills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450592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450592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week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450592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825496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825496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- Code Gen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48840" y="2825496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+ Framework +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825496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2825496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825496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200400"/>
            <a:ext cx="8412480" cy="374904"/>
          </a:xfrm>
          <a:prstGeom prst="rect">
            <a:avLst/>
          </a:prstGeom>
          <a:solidFill>
            <a:srgbClr val="F0F9FB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200400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Rebuild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48840" y="3200400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-&gt; TypeScript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200400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200400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3200400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575304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575304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TC3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48840" y="3575304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Sweet-alert selector fix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3575304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3575304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hours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0" y="3575304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hours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950208"/>
            <a:ext cx="8412480" cy="37490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950208"/>
            <a:ext cx="173736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48840" y="3950208"/>
            <a:ext cx="260604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00600" y="3950208"/>
            <a:ext cx="10972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hrs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0" y="3950208"/>
            <a:ext cx="132588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weeks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15200" y="3950208"/>
            <a:ext cx="1417320" cy="374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852160" y="4407408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53" name="Text 51"/>
          <p:cNvSpPr/>
          <p:nvPr/>
        </p:nvSpPr>
        <p:spPr>
          <a:xfrm>
            <a:off x="5852160" y="4407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 faster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852160" y="47000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traditional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Tests - All Passing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demoblaze.com  |  Playwright Test (TypeScript)  |  npx playwright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26464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264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24912" y="140817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42646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17739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042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username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via Sign Up modal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85292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Log In modal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12724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3035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username visible in nav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340156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36758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login link visible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" y="4242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93776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isLoggedIn() =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isLoggedOut() = true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91840" y="1298448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29000" y="1426464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3429000" y="14264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50992" y="140817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26464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401568" y="17739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then Delete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429000" y="23042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8"/>
          <p:cNvSpPr/>
          <p:nvPr/>
        </p:nvSpPr>
        <p:spPr>
          <a:xfrm>
            <a:off x="354787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429000" y="257860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0"/>
          <p:cNvSpPr/>
          <p:nvPr/>
        </p:nvSpPr>
        <p:spPr>
          <a:xfrm>
            <a:off x="3547872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first product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429000" y="285292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2"/>
          <p:cNvSpPr/>
          <p:nvPr/>
        </p:nvSpPr>
        <p:spPr>
          <a:xfrm>
            <a:off x="354787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(dismiss alert)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429000" y="312724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4"/>
          <p:cNvSpPr/>
          <p:nvPr/>
        </p:nvSpPr>
        <p:spPr>
          <a:xfrm>
            <a:off x="3547872" y="3035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cart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429000" y="340156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6"/>
          <p:cNvSpPr/>
          <p:nvPr/>
        </p:nvSpPr>
        <p:spPr>
          <a:xfrm>
            <a:off x="3547872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product in cart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429000" y="36758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38"/>
          <p:cNvSpPr/>
          <p:nvPr/>
        </p:nvSpPr>
        <p:spPr>
          <a:xfrm>
            <a:off x="354787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item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429000" y="395020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4" name="Text 40"/>
          <p:cNvSpPr/>
          <p:nvPr/>
        </p:nvSpPr>
        <p:spPr>
          <a:xfrm>
            <a:off x="3547872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cart empty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3383280" y="4187952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/>
        </p:spPr>
      </p:sp>
      <p:sp>
        <p:nvSpPr>
          <p:cNvPr id="46" name="Text 42"/>
          <p:cNvSpPr/>
          <p:nvPr/>
        </p:nvSpPr>
        <p:spPr>
          <a:xfrm>
            <a:off x="3447288" y="4242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3419856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cartItems.length &gt;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remaining.length = 0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6217920" y="1298448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355080" y="1426464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0" name="Text 46"/>
          <p:cNvSpPr/>
          <p:nvPr/>
        </p:nvSpPr>
        <p:spPr>
          <a:xfrm>
            <a:off x="6355080" y="14264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8577072" y="140817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426464"/>
            <a:ext cx="237744" cy="237744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327648" y="17739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then Purchase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6355080" y="23042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5" name="Text 50"/>
          <p:cNvSpPr/>
          <p:nvPr/>
        </p:nvSpPr>
        <p:spPr>
          <a:xfrm>
            <a:off x="647395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355080" y="257860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7" name="Text 52"/>
          <p:cNvSpPr/>
          <p:nvPr/>
        </p:nvSpPr>
        <p:spPr>
          <a:xfrm>
            <a:off x="6473952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first product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355080" y="285292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9" name="Text 54"/>
          <p:cNvSpPr/>
          <p:nvPr/>
        </p:nvSpPr>
        <p:spPr>
          <a:xfrm>
            <a:off x="647395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6355080" y="312724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1" name="Text 56"/>
          <p:cNvSpPr/>
          <p:nvPr/>
        </p:nvSpPr>
        <p:spPr>
          <a:xfrm>
            <a:off x="6473952" y="3035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cart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6355080" y="340156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3" name="Text 58"/>
          <p:cNvSpPr/>
          <p:nvPr/>
        </p:nvSpPr>
        <p:spPr>
          <a:xfrm>
            <a:off x="6473952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product in cart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6355080" y="36758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5" name="Text 60"/>
          <p:cNvSpPr/>
          <p:nvPr/>
        </p:nvSpPr>
        <p:spPr>
          <a:xfrm>
            <a:off x="647395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and fill form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6355080" y="395020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7" name="Text 62"/>
          <p:cNvSpPr/>
          <p:nvPr/>
        </p:nvSpPr>
        <p:spPr>
          <a:xfrm>
            <a:off x="6473952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sweet-alert, check message</a:t>
            </a:r>
            <a:endParaRPr lang="en-US" sz="950" dirty="0"/>
          </a:p>
        </p:txBody>
      </p:sp>
      <p:sp>
        <p:nvSpPr>
          <p:cNvPr id="68" name="Shape 63"/>
          <p:cNvSpPr/>
          <p:nvPr/>
        </p:nvSpPr>
        <p:spPr>
          <a:xfrm>
            <a:off x="6309360" y="4187952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/>
        </p:spPr>
      </p:sp>
      <p:sp>
        <p:nvSpPr>
          <p:cNvPr id="69" name="Text 64"/>
          <p:cNvSpPr/>
          <p:nvPr/>
        </p:nvSpPr>
        <p:spPr>
          <a:xfrm>
            <a:off x="6373368" y="4242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</a:t>
            </a:r>
            <a:endParaRPr lang="en-US" sz="850" dirty="0"/>
          </a:p>
        </p:txBody>
      </p:sp>
      <p:sp>
        <p:nvSpPr>
          <p:cNvPr id="70" name="Text 65"/>
          <p:cNvSpPr/>
          <p:nvPr/>
        </p:nvSpPr>
        <p:spPr>
          <a:xfrm>
            <a:off x="6345936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confirmation includes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'thank you'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365760" y="4910328"/>
            <a:ext cx="8412480" cy="237744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/>
        </p:spPr>
      </p:sp>
      <p:sp>
        <p:nvSpPr>
          <p:cNvPr id="72" name="Text 67"/>
          <p:cNvSpPr/>
          <p:nvPr/>
        </p:nvSpPr>
        <p:spPr>
          <a:xfrm>
            <a:off x="457200" y="4910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  |  headless: false  |  slowMo: 300ms  |  HTML reporter -&gt; Results/html-report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3931920" cy="1664208"/>
          </a:xfrm>
          <a:prstGeom prst="roundRect">
            <a:avLst>
              <a:gd name="adj" fmla="val 6593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80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53312" y="13167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Reporting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HTML report viewer. Add run-tests skill to summarise pass/fail in plain 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15568"/>
            <a:ext cx="3931920" cy="1664208"/>
          </a:xfrm>
          <a:prstGeom prst="roundRect">
            <a:avLst>
              <a:gd name="adj" fmla="val 6593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10912" y="1280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50992" y="13167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09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install deps, run tests on every PR, post results to Slack or Teams.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3931920" cy="1664208"/>
          </a:xfrm>
          <a:prstGeom prst="roundRect">
            <a:avLst>
              <a:gd name="adj" fmla="val 6593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154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3191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pages, edge cases: invalid login, empty cart checkout, product search flows.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990088"/>
            <a:ext cx="3931920" cy="1664208"/>
          </a:xfrm>
          <a:prstGeom prst="roundRect">
            <a:avLst>
              <a:gd name="adj" fmla="val 6593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10912" y="3154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50992" y="3191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for New Sites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scraper at any site, rewrite the design docs, run build-automation. Done.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828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ready to extend - skills, POM, and framework are all reusable building blocks.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Test Automation Platform</dc:title>
  <dc:subject>PptxGenJS Presentation</dc:subject>
  <dc:creator>PptxGenJS</dc:creator>
  <cp:lastModifiedBy>PptxGenJS</cp:lastModifiedBy>
  <cp:revision>1</cp:revision>
  <dcterms:created xsi:type="dcterms:W3CDTF">2026-06-30T05:47:03Z</dcterms:created>
  <dcterms:modified xsi:type="dcterms:W3CDTF">2026-06-30T05:47:03Z</dcterms:modified>
</cp:coreProperties>
</file>